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The High Barrier &amp; Fragmentation in Knowledge Exchange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FINANCIAL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High Cost of Skill Acquisition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Private tutors &amp; bootcamps charge $50–$150/hr, locking out students &amp; aspiring self-learners.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Subscription-based e-learning yields poor completion rates (&lt;12%) due to lack of human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UNTAPPED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Siloed Knowledge &amp; No Easy Barter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Millions possess valuable real-world expertise (coding, languages, design, music, crafts).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No structured, money-free ecosystem exists to trade complementary skills fairly.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UNRELIABLE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Fragmented Informal Networks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Exchanges conducted on Reddit, Discord, or forums suffer from ghosting and no verification.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Absence of transparent trust ratings, structured scheduling, or reciprocal commitment.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Skill Swap: The Decentralized Peer-to-Peer Knowledge Barter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CORE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Zero-Money Peer Barter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Knowledge is the primary currency. Trade an hour of coding guidance for an hour of guitar lessons.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Eliminates financial friction; accessible to any motivated learner worldwide.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STRUCTURED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Proposal &amp; Agreement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Clear 4-stage lifecycle: Pending Request -&gt; Accepted -&gt; In-Progress -&gt; Completed.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Two-party confirmation prevents unilateral completion and protects swap integrity.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TRUST &amp; MODERATION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Accountability &amp; Reviews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Verified 5-star ratings and written reviews after completed swaps build transparent reputation.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Admin moderation suite with user bans, swap dispute audits, and platform broadcast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Connecting Motivated Learners, Creators &amp; Professionals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STUDENTS &amp; EARLY CAREER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University Students &amp; Juniors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Trade interview prep, math, or coding skills for UI/UX, foreign languages, or resume critiques.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Budget-constrained learners seeking high-impact, 1-on-1 practical peer tutoring.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FREELANCERS &amp; CREATIVES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Independent Creators &amp; Solopreneurs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Exchange digital marketing, photography, video editing, copywriting, and design.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Expands cross-functional capability and builds mutual referral networks.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HOBBYISTS &amp; MENTORS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Lifelong Learners &amp; Passionates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Musicians, cooks, athletes, and polyglots seeking authentic conversational or hands-on practice.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Experienced mentors wanting to pay it forward while picking up new creative hobbies.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Modern, Resilient Full-Stack Architecture with Neomorphic Soft-UI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FRONTEND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React 18 + Vite +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Custom Neomorphic Soft-UI design tokens with smooth ambient cursor lighting.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Multi-Account Switcher drawer for frictionless multi-profile management on shared devices.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In-browser canvas image compression (&lt;512px, 88% JPEG) for instant avatar uploads.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BACKEND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Node.js + Express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Modular MVC architecture with dedicated controllers, routes, and error boundaries.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Dual-Tier Auth: Firebase Google OAuth 2.0 integration + secure JWT authentication.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Role-Based Access Control (RBAC) enforcing strict user vs. admin boundaries.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DATA &amp;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Persistent Data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Atomic file-lock persistence with relational referential integrity across users, swaps, &amp; reviews.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Instant database migration readiness for MongoDB Atlas or PostgreSQL with Prisma.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Market &amp; Business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Capturing the Massive Shift Toward Collaborative Micro-Learning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Expanding Global EdTech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Online tutoring and self-paced EdTech market projected to reach $300B+ globally by 2030.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Surging demand for authentic 1-on-1 interactive learning over static recorded video catalogs.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MONETIZATION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SkillSwap Pro (Freemium)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Verified Skill Pro Badges, unlimited active swap slots, and priority search placement.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AI-powered personalized curriculum and swap session goal-setting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MONETIZATION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B2B &amp; Campus Enterprise Licensing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Private white-label Skill Swap communities for universities and corporate talent teams.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Facilitates cross-departmental peer upskilling and internal employee mentorship.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Scalability &amp;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Architectural Evolution &amp; Platform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DATABASE &amp;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Cloud-Native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Transition to managed PostgreSQL + Redis caching for sub-10ms search queries &amp; rate limiting.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Docker containerization deployed on AWS/GCP Kubernetes with auto-scaling.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SMART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AI Vector Semantic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Embedding-based recommendation engine pairing 'Wanted' and 'Offered' skills bidirectionally.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Time-zone, availability, and language compatibility optimization.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COMMUNITY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Gamification &amp; Community Tiers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Swap streak badges, verified mentor leaderboards, and skill exchange hours ledger.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Group learning hubs and localized city-based swap circles for in-person workshops.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777240" cy="411480"/>
          </a:xfrm>
          <a:prstGeom prst="roundRect">
            <a:avLst/>
          </a:prstGeom>
          <a:solidFill>
            <a:srgbClr val="E05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917"/>
                </a:solidFill>
              </a:defRPr>
            </a:pPr>
            <a:r>
              <a:t>If We Had More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896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7534E"/>
                </a:solidFill>
              </a:defRPr>
            </a:pPr>
            <a:r>
              <a:t>Roadmap: What We Would Build Next With More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IN-APP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Embedded Real-Time Video &amp; Whiteboard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WebRTC-powered 1-on-1 video calling with interactive split-screen code editor &amp; canvas.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Session recording and automated AI meeting summary with key takeaway bullet 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SMART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Calendar Sync &amp; AI Swap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Two-way Google Calendar &amp; Outlook integration with automatic timezone translation.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AI Agent creating tailored 4-week learning milestones for reciprocal partner accountability.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291840" cy="4663440"/>
          </a:xfrm>
          <a:prstGeom prst="roundRect">
            <a:avLst/>
          </a:prstGeom>
          <a:solidFill>
            <a:srgbClr val="FDF5D3"/>
          </a:solidFill>
          <a:ln w="19050">
            <a:solidFill>
              <a:srgbClr val="F0E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2011680" cy="320040"/>
          </a:xfrm>
          <a:prstGeom prst="round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5504"/>
                </a:solidFill>
              </a:defRPr>
            </a:pPr>
            <a:r>
              <a:t>MOBILE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917"/>
                </a:solidFill>
              </a:defRPr>
            </a:pPr>
            <a:r>
              <a:t>Native iOS &amp; Android Mobile Apps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834640"/>
            <a:ext cx="2834640" cy="18288"/>
          </a:xfrm>
          <a:prstGeom prst="rect">
            <a:avLst/>
          </a:prstGeom>
          <a:solidFill>
            <a:srgbClr val="F0E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2834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Cross-platform React Native app with push notifications for instant swap requests.</a:t>
            </a:r>
          </a:p>
          <a:p>
            <a:pPr>
              <a:spcAft>
                <a:spcPts val="1000"/>
              </a:spcAft>
              <a:defRPr sz="1200">
                <a:solidFill>
                  <a:srgbClr val="1C1917"/>
                </a:solidFill>
              </a:defRPr>
            </a:pPr>
            <a:r>
              <a:t>•  Micro-credentialing test suite granting cryptographically verifiable skill achievement badges.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7534E"/>
                </a:solidFill>
              </a:defRPr>
            </a:pPr>
            <a:r>
              <a:t>Skill Swap Platform — Peer-to-Peer Knowledge Exchange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